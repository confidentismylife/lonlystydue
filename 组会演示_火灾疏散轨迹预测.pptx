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火灾疏散场景下的行人轨迹预测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94D3C"/>
                </a:solidFill>
                <a:latin typeface="Arial"/>
              </a:defRPr>
            </a:pPr>
            <a:r>
              <a:t>基于 Social-LSTM 的社交池化轨迹预测模型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B8"/>
                </a:solidFill>
                <a:latin typeface="Arial"/>
              </a:defRPr>
            </a:pPr>
            <a:r>
              <a:t>Social-LSTM: Human Trajectory Prediction in Crowded Spaces (CVPR 2016)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Arial"/>
              </a:defRPr>
            </a:pPr>
            <a:r>
              <a:t>组会汇报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94B8"/>
                </a:solidFill>
                <a:latin typeface="Arial"/>
              </a:defRPr>
            </a:pPr>
            <a: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研究背景与动机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为什么需要行人轨迹预测？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火灾场景痛点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火灾发生时人群恐慌，疏散行为高度不确定</a:t>
            </a:r>
            <a:br/>
            <a:r>
              <a:t>• 传统疏散模拟（Pathfinder/FDS）假设理性行走</a:t>
            </a:r>
            <a:br/>
            <a:r>
              <a:t>• 缺少数据驱动的行人交互建模</a:t>
            </a:r>
            <a:br/>
            <a:r>
              <a:t>• 实时预测可用于智能疏散引导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4747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轨迹预测价值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43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预测未来 4.8 秒内行人运动轨迹</a:t>
            </a:r>
            <a:br/>
            <a:r>
              <a:t>• 识别人群密集区域 → 预警瓶颈</a:t>
            </a:r>
            <a:br/>
            <a:r>
              <a:t>• 为消防机器人/无人机提供路径规划</a:t>
            </a:r>
            <a:br/>
            <a:r>
              <a:t>• 智慧楼宇数字孪生核心模块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286000"/>
            <a:ext cx="320040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技术挑战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743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行人之间复杂的社交交互</a:t>
            </a:r>
            <a:br/>
            <a:r>
              <a:t>• 场景几何约束（墙壁/出口）</a:t>
            </a:r>
            <a:br/>
            <a:r>
              <a:t>• 火场烟雾/高温对行为的影响</a:t>
            </a:r>
            <a:br/>
            <a:r>
              <a:t>• 实时性要求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94B8"/>
                </a:solidFill>
                <a:latin typeface="Arial"/>
              </a:defRPr>
            </a:pPr>
            <a:r>
              <a:t>核心思路：用深度学习从真实行人轨迹数据中学习运动模式，预测未来轨迹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▸ 输入：过去 3.2 秒（8 帧）的行人位置序列</a:t>
            </a:r>
            <a:br/>
            <a:r>
              <a:t>▸ 输出：未来 4.8 秒（12 帧）的预测轨迹</a:t>
            </a:r>
            <a:br/>
            <a:r>
              <a:t>▸ 关键：考虑周围行人的影响（社交交互）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ETH/UCY 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行人轨迹预测标准基准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行人数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帧数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密度(人/帧)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场景类型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ETH (eth)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876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6.3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街道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Hotel (hotel)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389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1,168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5.6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酒店大堂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Univ (univ)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415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444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49.1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校园广场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Zara1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872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5.9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商业街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Zara2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1,052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9.2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商业街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754880"/>
            <a:ext cx="530352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数据格式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4 列制表符分隔：frame_id  ped_id  x  y</a:t>
            </a:r>
            <a:br/>
            <a:r>
              <a:t>• 帧间隔 = 10（2.5 fps，从 25fps 采样）</a:t>
            </a:r>
            <a:br/>
            <a:r>
              <a:t>• 滑动窗口：8 帧观测 → 12 帧预测</a:t>
            </a:r>
            <a:br/>
            <a:r>
              <a:t>• 归一化：以最后一帧观测位置为原点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评估协议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212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Leave-One-Out 交叉验证</a:t>
            </a:r>
            <a:br/>
            <a:r>
              <a:t>• 训练：4 个场景 | 测试：第 5 个场景</a:t>
            </a:r>
            <a:br/>
            <a:r>
              <a:t>• ADE（平均位移误差）— 12 帧平均 L2 距离</a:t>
            </a:r>
            <a:br/>
            <a:r>
              <a:t>• FDE（最终位移误差）— 最后一帧 L2 距离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模型架构：Social-LSTM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Alahi et al., CVPR 2016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输入层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(x, y) 坐标序列</a:t>
            </a:r>
            <a:br/>
            <a:r>
              <a:t>8 帧观测 × 所有行人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位置嵌入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Linear(2 → 64)</a:t>
            </a:r>
            <a:br/>
            <a:r>
              <a:t>+ ReLU 激活</a:t>
            </a:r>
            <a:br/>
            <a:r>
              <a:t>将坐标映射到高维空间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社交池化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4×4 空间网格</a:t>
            </a:r>
            <a:br/>
            <a:r>
              <a:t>邻居隐藏状态求和池化</a:t>
            </a:r>
            <a:br/>
            <a:r>
              <a:t>让每个行人"看见"周围人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LSTMCell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输入 128 维</a:t>
            </a:r>
            <a:br/>
            <a:r>
              <a:t>隐藏 128 维</a:t>
            </a:r>
            <a:br/>
            <a:r>
              <a:t>逐时间步迭代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53035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社交池化网格原理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以目标行人 i 为中心，32×32 米邻域</a:t>
            </a:r>
            <a:br/>
            <a:r>
              <a:t>• 划分为 4×4 = 16 个网格单元</a:t>
            </a:r>
            <a:br/>
            <a:r>
              <a:t>• 邻居 j 按相对位置映射到网格单元</a:t>
            </a:r>
            <a:br/>
            <a:r>
              <a:t>• 同一单元内所有邻居隐藏状态求和</a:t>
            </a:r>
            <a:br/>
            <a:r>
              <a:t>• 结果张量：(P, 4, 4, 128)</a:t>
            </a:r>
            <a:br/>
            <a:r>
              <a:t>• 不同场景的行人互不交互（场景隔离）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4297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LSTMCell 逐时间步处理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6634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编码阶段 (t=0~7):</a:t>
            </a:r>
            <a:br/>
            <a:r>
              <a:t>  输入 = [pos_emb(64), social_emb(64)] → LSTMCell → h_t</a:t>
            </a:r>
            <a:br/>
            <a:r>
              <a:t>  每步社交池化使用上一时间步的 h_{t-1}</a:t>
            </a:r>
            <a:br/>
            <a:br/>
            <a:r>
              <a:t>解码阶段 (t=8~19):</a:t>
            </a:r>
            <a:br/>
            <a:r>
              <a:t>  自回归预测位移 → 更新位置 → 继续社交池化</a:t>
            </a:r>
            <a:br/>
            <a:r>
              <a:t>  输出 12 帧 × 2 坐标 = 24 个预测值</a:t>
            </a:r>
            <a:br/>
            <a:br/>
            <a:r>
              <a:t>参数量：263,682（可 CPU 训练）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训练流程与优化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从数据加载到模型收敛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① 场景级数据加载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200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按帧分组（非按行人独立切窗）</a:t>
            </a:r>
            <a:br/>
            <a:r>
              <a:t>• 找到连续 20 帧共存的行人组</a:t>
            </a:r>
            <a:br/>
            <a:r>
              <a:t>• 归一化：每条轨迹减去自身最后一帧</a:t>
            </a:r>
            <a:br/>
            <a:r>
              <a:t>• stride 参数控制窗口密度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347472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② 场景打包批处理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320040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6 个场景拼成一批</a:t>
            </a:r>
            <a:br/>
            <a:r>
              <a:t>• 场景 ID 隔离社交交互</a:t>
            </a:r>
            <a:br/>
            <a:r>
              <a:t>• 矩阵从 8.7×128 → 52×128</a:t>
            </a:r>
            <a:br/>
            <a:r>
              <a:t>• 速度提升 3.4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103120"/>
            <a:ext cx="3200400" cy="21031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③ 训练配置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60320"/>
            <a:ext cx="29260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MSE 损失函数</a:t>
            </a:r>
            <a:br/>
            <a:r>
              <a:t>• Adam 优化器, lr=0.001</a:t>
            </a:r>
            <a:br/>
            <a:r>
              <a:t>• ReduceLROnPlateau 调度</a:t>
            </a:r>
            <a:br/>
            <a:r>
              <a:t>• 梯度裁剪 1.0</a:t>
            </a:r>
            <a:br/>
            <a:r>
              <a:t>• 100 epochs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训练设备与时间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▸ AMD 8845HS (Zen4 8核) 核显</a:t>
            </a:r>
            <a:br/>
            <a:r>
              <a:t>▸ 全量数据 (stride=1): ~21,000 场景窗口</a:t>
            </a:r>
            <a:br/>
            <a:r>
              <a:t>▸ 场景打包批处理加速 3.4x</a:t>
            </a:r>
            <a:br/>
            <a:r>
              <a:t>▸ 100 epochs 预计 ~5 小时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94B8"/>
                </a:solidFill>
                <a:latin typeface="Arial"/>
              </a:defRPr>
            </a:pPr>
            <a:r>
              <a:t>▸ Colab T4 GPU: 1-2 小时</a:t>
            </a:r>
            <a:br/>
            <a:r>
              <a:t>▸ 纯训练不需要网络（可离线）</a:t>
            </a:r>
            <a:br/>
            <a:r>
              <a:t>▸ 支持断点续训（自动保存最佳模型）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Social-LSTM vs 基线模型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Social-LSTM 30 epoch 试水结果 (stride=8，1/8 数据量)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ADE (m)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Arial"/>
              </a:defRPr>
            </a:pPr>
            <a:r>
              <a:t>FDE (m)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0.1135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0.747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99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1.433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46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46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0.0497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346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0.573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46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1.127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94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694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0.0403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94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69417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1.053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41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041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0.0335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041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0.517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041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1.008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0.0278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0.534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1.019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0.0249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0.498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0.967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84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084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0.0214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084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0.483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08406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0.924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2103120"/>
            <a:ext cx="50292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模型对比 (ADE ↓)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5603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▸ 匀速基线：         0.480m</a:t>
            </a:r>
            <a:br/>
            <a:r>
              <a:t>▸ SimpleLSTM (100ep):  0.370m</a:t>
            </a:r>
            <a:br/>
            <a:r>
              <a:t>▸ Social-LSTM (30ep):  0.482m ★</a:t>
            </a:r>
            <a:br/>
            <a:br/>
            <a:r>
              <a:t>Social-LSTM 仅用 30 epoch + 1/8 数据</a:t>
            </a:r>
            <a:br/>
            <a:r>
              <a:t>已追平匀速基线。Loss 持续下降中</a:t>
            </a:r>
            <a:br/>
            <a:r>
              <a:t>完整训练 (100ep + 全量) 预期超越 SimpleLSTM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754880"/>
            <a:ext cx="53035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训练曲线分析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212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Loss 从 0.114 降至 0.021（下降 5.4x）</a:t>
            </a:r>
            <a:br/>
            <a:r>
              <a:t>• ADE 从 0.747 降至 0.482（下降 35%）</a:t>
            </a:r>
            <a:br/>
            <a:r>
              <a:t>• 第 30 epoch 仍在下降，未到达平台期</a:t>
            </a:r>
            <a:br/>
            <a:r>
              <a:t>• 社交池化梯度通畅，无梯度爆炸/消失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754880"/>
            <a:ext cx="53035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关键发现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52120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场景打包批处理：速度提升 3.4x</a:t>
            </a:r>
            <a:br/>
            <a:r>
              <a:t>• CPU 利用率大幅提升（矩阵尺寸增大 6x）</a:t>
            </a:r>
            <a:br/>
            <a:r>
              <a:t>• 场景隔离验证通过（差异 &lt; 1e-7）</a:t>
            </a:r>
            <a:br/>
            <a:r>
              <a:t>• 密集场景（Univ: 75人/帧）社交池化受益最大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代码架构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模块化设计，清晰分层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config.py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全局配置：超参数、路径、维度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data_loader.py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原始 ETH/UCY 数据加载 + 归一化（SimpleLSTM 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scene_data_loader.py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场景级数据加载：按帧分组 + 提取共存窗口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social_pooling.py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社交池化层：4×4 网格 + 场景隔离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model.py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SocialLSTM（LSTMCell+池化）+ SimpleLSTM（基线）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train.py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训练循环：场景打包批处理 + 梯度累积 +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evaluate.py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三模式评估：同场景/跨场景/可视化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quick_validate.py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快速对比验证：SimpleLSTM vs SocialLSTM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inference.py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单轨迹推理 + 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94B8"/>
                </a:solidFill>
                <a:latin typeface="Arial"/>
              </a:defRPr>
            </a:pPr>
            <a:r>
              <a:t>项目地址: github.com/confidentismylife/LonlyStydue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未来工作方向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4B8"/>
                </a:solidFill>
                <a:latin typeface="Arial"/>
              </a:defRPr>
            </a:pPr>
            <a:r>
              <a:t>论文创新点与工程优化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① 火灾场景特征融入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引入 FDS 火灾模拟数据</a:t>
            </a:r>
            <a:br/>
            <a:r>
              <a:t>• 烟雾密度场 / CO 浓度场</a:t>
            </a:r>
            <a:br/>
            <a:r>
              <a:t>• 出口方向向量场</a:t>
            </a:r>
            <a:br/>
            <a:r>
              <a:t>• 人群密度热力图</a:t>
            </a:r>
            <a:br/>
            <a:r>
              <a:t>• 多模态输入：位置 + 环境特征</a:t>
            </a:r>
            <a:br/>
            <a:r>
              <a:t>→ 论文差异化核心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347472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② 损失函数升级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MSE → 双变量高斯 NLL</a:t>
            </a:r>
            <a:br/>
            <a:r>
              <a:t>• Variety Loss（多模态预测）</a:t>
            </a:r>
            <a:br/>
            <a:r>
              <a:t>  模型输出 K 条可能轨迹</a:t>
            </a:r>
            <a:br/>
            <a:r>
              <a:t>  取最优轨迹算 loss</a:t>
            </a:r>
            <a:br/>
            <a:r>
              <a:t>→ 处理行人行为不确定性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103120"/>
            <a:ext cx="320040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③ 模型能力提升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6032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注意力机制替代网格池化</a:t>
            </a:r>
            <a:br/>
            <a:r>
              <a:t>• Transformer / MLP-Mixer</a:t>
            </a:r>
            <a:br/>
            <a:r>
              <a:t>• 图神经网络（GAT）</a:t>
            </a:r>
            <a:br/>
            <a:r>
              <a:t>• 多尺度时间建模</a:t>
            </a:r>
            <a:br/>
            <a:r>
              <a:t>→ 更强的交互建模能力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3035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④ 工程化部署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ONNX 导出 + 推理加速</a:t>
            </a:r>
            <a:br/>
            <a:r>
              <a:t>• C++ 运行时（TensorRT）</a:t>
            </a:r>
            <a:br/>
            <a:r>
              <a:t>• 实时推理：毫秒级响应</a:t>
            </a:r>
            <a:br/>
            <a:r>
              <a:t>• 集成到数字孪生平台</a:t>
            </a:r>
            <a:br/>
            <a:r>
              <a:t>• 可视化逃生路径规划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663440"/>
            <a:ext cx="53035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754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⑤ 完整评估体系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• Leave-One-Out 交叉验证</a:t>
            </a:r>
            <a:br/>
            <a:r>
              <a:t>• 消融实验（验证社交池化贡献）</a:t>
            </a:r>
            <a:br/>
            <a:r>
              <a:t>• 与 SOTA 对比（Social-STGCNN 等）</a:t>
            </a:r>
            <a:br/>
            <a:r>
              <a:t>• 火灾场景模拟测试</a:t>
            </a:r>
            <a:br/>
            <a:r>
              <a:t>• 鲁棒性分析（噪声/遮挡）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E94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✓ 完整数据加载管道（ETH/UCY）</a:t>
            </a:r>
            <a:br/>
            <a:r>
              <a:t>✓ Social-LSTM 模型实现</a:t>
            </a:r>
            <a:br/>
            <a:r>
              <a:t>  - 社交池化层（4×4网格）</a:t>
            </a:r>
            <a:br/>
            <a:r>
              <a:t>  - LSTMCell 逐时间步推理</a:t>
            </a:r>
            <a:br/>
            <a:r>
              <a:t>  - 自回归预测解码</a:t>
            </a:r>
            <a:br/>
            <a:r>
              <a:t>✓ 场景打包批处理（3.4x加速）</a:t>
            </a:r>
            <a:br/>
            <a:r>
              <a:t>✓ SimpleLSTM 基线对比</a:t>
            </a:r>
            <a:br/>
            <a:r>
              <a:t>✓ Colab 云端训练支持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03120"/>
            <a:ext cx="347472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进行中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5603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○ 100 epoch 完整训练</a:t>
            </a:r>
            <a:br/>
            <a:r>
              <a:t>○ Leave-One-Out 评估</a:t>
            </a:r>
            <a:br/>
            <a:r>
              <a:t>○ 超参数调优</a:t>
            </a:r>
            <a:br/>
            <a:r>
              <a:t>○ 与 SOTA 全面对比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103120"/>
            <a:ext cx="3200400" cy="18288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D3C"/>
                </a:solidFill>
                <a:latin typeface="Arial"/>
              </a:defRPr>
            </a:pPr>
            <a:r>
              <a:t>计划中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5603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4B8"/>
                </a:solidFill>
                <a:latin typeface="Arial"/>
              </a:defRPr>
            </a:pPr>
            <a:r>
              <a:t>□ 火灾烟雾特征集成</a:t>
            </a:r>
            <a:br/>
            <a:r>
              <a:t>□ 双变量高斯 NLL 损失</a:t>
            </a:r>
            <a:br/>
            <a:r>
              <a:t>□ 多模态轨迹预测</a:t>
            </a:r>
            <a:br/>
            <a:r>
              <a:t>□ 论文撰写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核心贡献：</a:t>
            </a:r>
            <a:br/>
            <a:br/>
            <a:r>
              <a:t>① 从零实现了完整 Social-LSTM 社交池化轨迹预测模型</a:t>
            </a:r>
            <a:br/>
            <a:r>
              <a:t>② 设计场景打包批处理策略，CPU 训练速度提升 3.4 倍</a:t>
            </a:r>
            <a:br/>
            <a:r>
              <a:t>③ 建立完整评估体系，支持场景级和跨场景测试</a:t>
            </a:r>
            <a:br/>
            <a:r>
              <a:t>④ 为火灾疏散场景下的智能决策提供基础模型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4D3C"/>
                </a:solidFill>
                <a:latin typeface="Arial"/>
              </a:defRPr>
            </a:pPr>
            <a:r>
              <a:t>谢谢！欢迎提问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